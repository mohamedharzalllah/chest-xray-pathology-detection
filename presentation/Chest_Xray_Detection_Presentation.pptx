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Chest X-ray Detection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Détection automatique d’anomalies sur radiographies thoraciques</a:t>
            </a:r>
          </a:p>
          <a:p>
            <a:r>
              <a:t>Projet de Data Vision – Object Detection</a:t>
            </a:r>
          </a:p>
          <a:p/>
          <a:p>
            <a:r>
              <a:t>Dataset : NIH ChestXray14</a:t>
            </a:r>
          </a:p>
          <a:p>
            <a:r>
              <a:t>Métrique : mAP @ IoU 0.5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Données &amp;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Images X-ray en 1024×1024</a:t>
            </a:r>
          </a:p>
          <a:p>
            <a:r>
              <a:t>Annotations : image_id, label, bounding boxes</a:t>
            </a:r>
          </a:p>
          <a:p>
            <a:r>
              <a:t>8 pathologies possibles</a:t>
            </a:r>
          </a:p>
          <a:p/>
          <a:p>
            <a:r>
              <a:t>Difficultés :</a:t>
            </a:r>
          </a:p>
          <a:p>
            <a:r>
              <a:t>- Données médicales bruitées</a:t>
            </a:r>
          </a:p>
          <a:p>
            <a:r>
              <a:t>- Classes déséquilibrées</a:t>
            </a:r>
          </a:p>
          <a:p>
            <a:r>
              <a:t>- Anomalies multiples par image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Choix d’architecture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en deux étapes :</a:t>
            </a:r>
          </a:p>
          <a:p/>
          <a:p>
            <a:r>
              <a:t>1) YOLOv8 → Détection des bounding boxes</a:t>
            </a:r>
          </a:p>
          <a:p>
            <a:r>
              <a:t>2) CNN (RCNN-like) → Classification des régions</a:t>
            </a:r>
          </a:p>
          <a:p/>
          <a:p>
            <a:r>
              <a:t>Séparation volontaire : localisation ≠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YOLOv8 – Détection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YOLOv8m</a:t>
            </a:r>
          </a:p>
          <a:p>
            <a:r>
              <a:t>Images 768×768</a:t>
            </a:r>
          </a:p>
          <a:p>
            <a:r>
              <a:t>1 seule classe : finding</a:t>
            </a:r>
          </a:p>
          <a:p/>
          <a:p>
            <a:r>
              <a:t>Avantages :</a:t>
            </a:r>
          </a:p>
          <a:p>
            <a:r>
              <a:t>- Meilleur rappel</a:t>
            </a:r>
          </a:p>
          <a:p>
            <a:r>
              <a:t>- Stabilité sur données médicales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RCNN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Crops des bounding boxes</a:t>
            </a:r>
          </a:p>
          <a:p>
            <a:r>
              <a:t>EfficientNet / ResNet</a:t>
            </a:r>
          </a:p>
          <a:p>
            <a:r>
              <a:t>Normalisation ImageNet</a:t>
            </a:r>
          </a:p>
          <a:p>
            <a:r>
              <a:t>Perte pondérée (déséquilibre des classes)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 &amp; Difficultés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Métrique : mAP @ IoU 0.5</a:t>
            </a:r>
          </a:p>
          <a:p/>
          <a:p>
            <a:r>
              <a:t>Problèmes rencontrés :</a:t>
            </a:r>
          </a:p>
          <a:p>
            <a:r>
              <a:t>- Sensibilité au label exact</a:t>
            </a:r>
          </a:p>
          <a:p>
            <a:r>
              <a:t>- Faible recall avec 1 box</a:t>
            </a:r>
          </a:p>
          <a:p>
            <a:r>
              <a:t>- IoU pénalisé par boxes serrées</a:t>
            </a:r>
          </a:p>
          <a:p/>
          <a:p>
            <a:r>
              <a:t>Solutions :</a:t>
            </a:r>
          </a:p>
          <a:p>
            <a:r>
              <a:t>- TOP-K boxes</a:t>
            </a:r>
          </a:p>
          <a:p>
            <a:r>
              <a:t>- Padding des boxes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&amp;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fonctionnel et reproductible</a:t>
            </a:r>
          </a:p>
          <a:p>
            <a:r>
              <a:t>Détection correcte des zones pathologiques</a:t>
            </a:r>
          </a:p>
          <a:p/>
          <a:p>
            <a:r>
              <a:t>Perspectives :</a:t>
            </a:r>
          </a:p>
          <a:p>
            <a:r>
              <a:t>- Multi-label</a:t>
            </a:r>
          </a:p>
          <a:p>
            <a:r>
              <a:t>- Modèles médicaux pré-entraînés</a:t>
            </a:r>
          </a:p>
          <a:p>
            <a:r>
              <a:t>- Amélioration du recall et de l’IoU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